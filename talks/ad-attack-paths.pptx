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 Active Directory Attack Paths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Tobias Rist</a:t>
            </a:r>
          </a:p>
          <a:p>
            <a:r>
              <a:t>Swiss Cyber Security Conference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 Directory Overview</a:t>
            </a:r>
          </a:p>
          <a:p>
            <a:r>
              <a:t>• Common Misconfigurations</a:t>
            </a:r>
          </a:p>
          <a:p>
            <a:r>
              <a:t>• Attack Path Analysis with BloodHound</a:t>
            </a:r>
          </a:p>
          <a:p>
            <a:r>
              <a:t>• Case Study: Helpdesk to Domain Admin</a:t>
            </a:r>
          </a:p>
          <a:p>
            <a:r>
              <a:t>• Detection &amp; Mitigation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Directory: The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Kerberos Authentication</a:t>
            </a:r>
          </a:p>
          <a:p>
            <a:r>
              <a:t>• LDAP Directory</a:t>
            </a:r>
          </a:p>
          <a:p>
            <a:r>
              <a:t>• Group Policy</a:t>
            </a:r>
          </a:p>
          <a:p>
            <a:r>
              <a:t>• Trust Relationships</a:t>
            </a:r>
          </a:p>
          <a:p>
            <a:r>
              <a:t>• ACLs &amp; Permissions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BloodHound: Attack Path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Graph-based AD security analysis</a:t>
            </a:r>
          </a:p>
          <a:p>
            <a:r>
              <a:t>• Identifies shortest paths to Domain Admin</a:t>
            </a:r>
          </a:p>
          <a:p>
            <a:r>
              <a:t>• Uses Neo4j database</a:t>
            </a:r>
          </a:p>
          <a:p>
            <a:r>
              <a:t>• Collects data via SharpHound/Invoke-BloodHound</a:t>
            </a:r>
          </a:p>
          <a:p>
            <a:r>
              <a:t>• Key edge types: MemberOf, HasSession, Owns, CanRDP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Helpdesk to Domain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Starting point: helpdesk user account</a:t>
            </a:r>
          </a:p>
          <a:p>
            <a:r>
              <a:t>• Discovered GenericAll permission on svc_backup</a:t>
            </a:r>
          </a:p>
          <a:p>
            <a:r>
              <a:t>• Used RBCD to grant DCSync rights</a:t>
            </a:r>
          </a:p>
          <a:p>
            <a:r>
              <a:t>• Extracted domain admin hashes</a:t>
            </a:r>
          </a:p>
          <a:p>
            <a:r>
              <a:t>• Total attack time: 45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ACL changes</a:t>
            </a:r>
          </a:p>
          <a:p>
            <a:r>
              <a:t>• Alert on unusual Kerberos ticket requests</a:t>
            </a:r>
          </a:p>
          <a:p>
            <a:r>
              <a:t>• Track BloodHound graph changes</a:t>
            </a:r>
          </a:p>
          <a:p>
            <a:r>
              <a:t>• Implement least privilege</a:t>
            </a:r>
          </a:p>
          <a:p>
            <a:r>
              <a:t>• Regular permission audits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